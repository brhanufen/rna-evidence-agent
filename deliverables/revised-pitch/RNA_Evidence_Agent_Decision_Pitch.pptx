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7bd69f5de84cee" /><Relationship Type="http://schemas.openxmlformats.org/officeDocument/2006/relationships/extended-properties" Target="/docProps/app.xml" Id="Rbaff98e5415b4312" /><Relationship Type="http://schemas.openxmlformats.org/officeDocument/2006/relationships/officeDocument" Target="/ppt/presentation.xml" Id="R51c427fb749e4e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090e8074a34371"/>
  </p:sldMasterIdLst>
  <p:notesMasterIdLst>
    <p:notesMasterId xmlns:r="http://schemas.openxmlformats.org/officeDocument/2006/relationships" r:id="R089c41a5a37740f8"/>
  </p:notesMasterIdLst>
  <p:sldIdLst>
    <p:sldId xmlns:r="http://schemas.openxmlformats.org/officeDocument/2006/relationships" id="256" r:id="Rdac18554b0534216"/>
    <p:sldId xmlns:r="http://schemas.openxmlformats.org/officeDocument/2006/relationships" id="257" r:id="R3cd9ea6344cc4cb2"/>
    <p:sldId xmlns:r="http://schemas.openxmlformats.org/officeDocument/2006/relationships" id="258" r:id="Rd2ea907e3b2b4e1d"/>
    <p:sldId xmlns:r="http://schemas.openxmlformats.org/officeDocument/2006/relationships" id="259" r:id="R3d1fba4f377c4bda"/>
    <p:sldId xmlns:r="http://schemas.openxmlformats.org/officeDocument/2006/relationships" id="260" r:id="Rf175cfc0b5004315"/>
    <p:sldId xmlns:r="http://schemas.openxmlformats.org/officeDocument/2006/relationships" id="261" r:id="Raf1fba9e09c647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1458086f8549fc" /><Relationship Type="http://schemas.openxmlformats.org/officeDocument/2006/relationships/slideMaster" Target="/ppt/slideMasters/slideMaster1.xml" Id="R4c090e8074a34371" /><Relationship Type="http://schemas.openxmlformats.org/officeDocument/2006/relationships/notesMaster" Target="/ppt/notesMasters/notesMaster1.xml" Id="R089c41a5a37740f8" /><Relationship Type="http://schemas.openxmlformats.org/officeDocument/2006/relationships/presProps" Target="/ppt/presProps.xml" Id="Rc290db4aa41b4d8d" /><Relationship Type="http://schemas.openxmlformats.org/officeDocument/2006/relationships/tableStyles" Target="/ppt/tableStyles.xml" Id="Rd95a8097669d4c97" /><Relationship Type="http://schemas.openxmlformats.org/officeDocument/2006/relationships/slide" Target="/ppt/slides/slide1.xml" Id="Rdac18554b0534216" /><Relationship Type="http://schemas.openxmlformats.org/officeDocument/2006/relationships/slide" Target="/ppt/slides/slide2.xml" Id="R3cd9ea6344cc4cb2" /><Relationship Type="http://schemas.openxmlformats.org/officeDocument/2006/relationships/slide" Target="/ppt/slides/slide3.xml" Id="Rd2ea907e3b2b4e1d" /><Relationship Type="http://schemas.openxmlformats.org/officeDocument/2006/relationships/slide" Target="/ppt/slides/slide4.xml" Id="R3d1fba4f377c4bda" /><Relationship Type="http://schemas.openxmlformats.org/officeDocument/2006/relationships/slide" Target="/ppt/slides/slide5.xml" Id="Rf175cfc0b5004315" /><Relationship Type="http://schemas.openxmlformats.org/officeDocument/2006/relationships/slide" Target="/ppt/slides/slide6.xml" Id="Raf1fba9e09c6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73a4ecd2934f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085ba0e02248fd" /><Relationship Type="http://schemas.openxmlformats.org/officeDocument/2006/relationships/notesMaster" Target="/ppt/notesMasters/notesMaster1.xml" Id="R0b34fc615a3e4b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eb8207a3974724" /><Relationship Type="http://schemas.openxmlformats.org/officeDocument/2006/relationships/notesMaster" Target="/ppt/notesMasters/notesMaster1.xml" Id="Rcd2e700f923a4c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17a50d368e4cda" /><Relationship Type="http://schemas.openxmlformats.org/officeDocument/2006/relationships/notesMaster" Target="/ppt/notesMasters/notesMaster1.xml" Id="R00df8ed573ab43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3dd4dbc7c4f51" /><Relationship Type="http://schemas.openxmlformats.org/officeDocument/2006/relationships/notesMaster" Target="/ppt/notesMasters/notesMaster1.xml" Id="R3bec9bd2992c4d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c12b7aa5324901" /><Relationship Type="http://schemas.openxmlformats.org/officeDocument/2006/relationships/notesMaster" Target="/ppt/notesMasters/notesMaster1.xml" Id="R0b3073c3dfbe4f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291fa1b2744139" /><Relationship Type="http://schemas.openxmlformats.org/officeDocument/2006/relationships/notesMaster" Target="/ppt/notesMasters/notesMaster1.xml" Id="Rc7d100eec11e47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prototype. The benefit of avoiding silent design assumptions is the project goal; time savings or biological accuracy improvements have not been measured. Sources: design_review.py and recorded codex_live_03.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runs/zetaris_rna_snapshot_01 and output_examples/design_cases.json. Four cell lines: N052611, N061011, N080611, N61311. Public airway smooth-muscle RNA-seq; no new data or wet-lab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design_review.py and actual CLI report runs/design_cli_20261022/design_review.json. This new gate is deterministic and makes no model calls. An unpaired model omits cell_line; no comparative effect on statistical results has been estimated.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scripts/run_design_cases.py and output_examples/design_cases.json. Original unchanged; mismatched GSM identifier, reversed row order and altered cell_line label are explicit controls. All expected status assertions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manifest commit f0b727f948e5c679c4967842f65df5fa5f411370; Meterless commit 1742dec56a66e58eef9dda2d2b865823758ca8cd. New integration records in project source. Codex provides the authenticated local model backend. NVIDIA is not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demonstrations: 59.90s inventory, 166.14s QC with two retained errors followed by recovery, 42.60s design clarification. Sources runs/codex_live_01..03 and tests/test_review.py, tests/test_design_review.py. Test results are software checks; no benchmark of general biological correctness.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ef04078a84e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22104859842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acddab6ba45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6d0ca1c594a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a91977bf54e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d4cbc3aed49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181EF-F107-4695-A428-841CACEAFC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B177A0-8301-4664-A4D0-73625214E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C684BE-628F-4336-AC9B-ADD42DDA73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8F6B1C-922B-4D73-8890-7A6ACDC05B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C69D6E-D1B3-4BA7-B49A-CEC1785F85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03E363-BAA3-49C8-882F-16A4137DD6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C7284F-4DD5-494F-B06D-B9365BE0C9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1DC1DE-EF06-4882-AC83-29109D05E4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634C50-3266-4CAA-80FF-CE113A81A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E71B90-07F7-4306-B2ED-B00A483DA9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2144857fb54f5f" /><Relationship Type="http://schemas.openxmlformats.org/officeDocument/2006/relationships/slideLayout" Target="/ppt/slideLayouts/slideLayout1.xml" Id="Rc60738cf7e1a40be" /><Relationship Type="http://schemas.openxmlformats.org/officeDocument/2006/relationships/slideLayout" Target="/ppt/slideLayouts/slideLayout2.xml" Id="R1a9df05c5b4a4f4c" /><Relationship Type="http://schemas.openxmlformats.org/officeDocument/2006/relationships/slideLayout" Target="/ppt/slideLayouts/slideLayout3.xml" Id="Ra0195697ae924c35" /><Relationship Type="http://schemas.openxmlformats.org/officeDocument/2006/relationships/slideLayout" Target="/ppt/slideLayouts/slideLayout4.xml" Id="Rb9d45bda573d4a07" /><Relationship Type="http://schemas.openxmlformats.org/officeDocument/2006/relationships/slideLayout" Target="/ppt/slideLayouts/slideLayout5.xml" Id="R90187269ad5e4c20" /><Relationship Type="http://schemas.openxmlformats.org/officeDocument/2006/relationships/slideLayout" Target="/ppt/slideLayouts/slideLayout6.xml" Id="R58d00347cb8e4b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0738cf7e1a40be"/>
    <p:sldLayoutId xmlns:r="http://schemas.openxmlformats.org/officeDocument/2006/relationships" id="2147483650" r:id="R1a9df05c5b4a4f4c"/>
    <p:sldLayoutId xmlns:r="http://schemas.openxmlformats.org/officeDocument/2006/relationships" id="2147483651" r:id="Ra0195697ae924c35"/>
    <p:sldLayoutId xmlns:r="http://schemas.openxmlformats.org/officeDocument/2006/relationships" id="2147483652" r:id="Rb9d45bda573d4a07"/>
    <p:sldLayoutId xmlns:r="http://schemas.openxmlformats.org/officeDocument/2006/relationships" id="2147483653" r:id="R90187269ad5e4c20"/>
    <p:sldLayoutId xmlns:r="http://schemas.openxmlformats.org/officeDocument/2006/relationships" id="2147483654" r:id="R58d00347cb8e4b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c91bae9064493" /><Relationship Type="http://schemas.openxmlformats.org/officeDocument/2006/relationships/notesSlide" Target="/ppt/notesSlides/notesSlide1.xml" Id="R54dd2abd3f9542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b31c3e4864da9" /><Relationship Type="http://schemas.openxmlformats.org/officeDocument/2006/relationships/notesSlide" Target="/ppt/notesSlides/notesSlide2.xml" Id="R97e04ea3c0124b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01f2fb0d14c16" /><Relationship Type="http://schemas.openxmlformats.org/officeDocument/2006/relationships/notesSlide" Target="/ppt/notesSlides/notesSlide3.xml" Id="R10576617e7a04e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c36e1f23b41a0" /><Relationship Type="http://schemas.openxmlformats.org/officeDocument/2006/relationships/notesSlide" Target="/ppt/notesSlides/notesSlide4.xml" Id="Rf9b965678f604f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30e07b01249a4" /><Relationship Type="http://schemas.openxmlformats.org/officeDocument/2006/relationships/notesSlide" Target="/ppt/notesSlides/notesSlide5.xml" Id="R8aaa540012984e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728751d034946" /><Relationship Type="http://schemas.openxmlformats.org/officeDocument/2006/relationships/notesSlide" Target="/ppt/notesSlides/notesSlide6.xml" Id="R5b1258b0c64a42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41CFA-71E6-42B6-8F3B-043AA9EF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Should these samples be paired?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BDC47-4DA6-4530-BAE2-2ED74250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RNA Evidence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72343-03B5-410E-90DE-70D81089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A researcher asks a design question before differential expression.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A7113-3D29-4EB5-8254-FD9C98DC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Inspect the metadata. Show the evidence. Ask for the missing confirmation.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B3D72-2320-45DB-8EBC-A9AC9B6F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Brhanu Fentaw Znabu  |  Open Agent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990484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1CF29-7261-455B-9BF1-CCEFEE8D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Four apparent pairs in the public data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02F91-DFFC-4929-849D-394A45011AE1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Cell 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T w="9525">
                      <a:solidFill>
                        <a:srgbClr val="3B5368"/>
                      </a:solidFill>
                      <a:prstDash val="solid"/>
                    </a:lnT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234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Control samples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T w="9525">
                      <a:solidFill>
                        <a:srgbClr val="3B5368"/>
                      </a:solidFill>
                      <a:prstDash val="solid"/>
                    </a:lnT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234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Treated samples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T w="9525">
                      <a:solidFill>
                        <a:srgbClr val="3B5368"/>
                      </a:solidFill>
                      <a:prstDash val="solid"/>
                    </a:lnT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23425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N052611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N061011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N080611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N61311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A9E09-4356-4B21-8761-130742B6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4D4BE"/>
                </a:solidFill>
                <a:latin typeface="Arial"/>
                <a:ea typeface="Arial"/>
                <a:cs typeface="Arial"/>
              </a:rPr>
              <a:t>8 sample IDs match the count matrix exactly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DB773-2799-415E-83FA-8511E48A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GSE52778 export through Zetaris. Matching labels suggest a candidate design; biological pairing still requires confirmation.</a:t>
            </a:r>
          </a:p>
        </p:txBody>
      </p:sp>
    </p:spTree>
    <p:extLst>
      <p:ext uri="{BB962C8B-B14F-4D97-AF65-F5344CB8AC3E}">
        <p14:creationId xmlns:p14="http://schemas.microsoft.com/office/powerpoint/2010/main" val="2024318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37BD7-3279-4F82-8BE5-65FFDE77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The decision remains inspectable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42AED-D666-4CAF-A008-A025565B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1  Sample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97351-CAF0-4D0D-B369-526586E8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573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786E3-DDC9-4123-8BE2-A28353D5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573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Join by exact identifiers, never by row position.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18A69-F9D6-4711-8E27-D410244E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2  Pair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698ED-5D7B-41C5-8A2B-5317B5F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5272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8DF98-C1C5-47CA-8542-31F78ED1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52725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One control and one treated sample per cell 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D1FCE-088C-4ADF-8524-FA0FCBA3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3  Biological meaning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DC979-DC51-41CA-BD44-5D2AE012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481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D28A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AC4B1-86DE-4DA5-95F6-A3D9697F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481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Does cell_line represent the same experimental unit?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1A3E4-6DD3-4F58-BFDA-E0ABD63E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4D4BE"/>
                </a:solidFill>
                <a:latin typeface="Arial"/>
                <a:ea typeface="Arial"/>
                <a:cs typeface="Arial"/>
              </a:rPr>
              <a:t>Candidate: ~ cell_line + group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560CC-E236-4310-A8DC-991F47F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No differential expression is fitted. Confirmation leads to method review, not automatic scientific approval.</a:t>
            </a:r>
          </a:p>
        </p:txBody>
      </p:sp>
    </p:spTree>
    <p:extLst>
      <p:ext uri="{BB962C8B-B14F-4D97-AF65-F5344CB8AC3E}">
        <p14:creationId xmlns:p14="http://schemas.microsoft.com/office/powerpoint/2010/main" val="2143487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2EB43-0D42-4768-81CF-4032B4AE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Controlled input changes, different decisions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C7E80-76ED-44CA-85E2-E6A54649EF64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Input case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T w="9525">
                      <a:solidFill>
                        <a:srgbClr val="3B5368"/>
                      </a:solidFill>
                      <a:prstDash val="solid"/>
                    </a:lnT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234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Observed decision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T w="9525">
                      <a:solidFill>
                        <a:srgbClr val="3B5368"/>
                      </a:solidFill>
                      <a:prstDash val="solid"/>
                    </a:lnT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23425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Original metadata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Ask for pairing confirmation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One sample ID replaced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Block: sample alignment failed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Metadata rows reversed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Ask for pairing confirmation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One pairing label changed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Request design review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DA7C2-6A09-418B-8FF0-07A784BC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4D4BE"/>
                </a:solidFill>
                <a:latin typeface="Arial"/>
                <a:ea typeface="Arial"/>
                <a:cs typeface="Arial"/>
              </a:rPr>
              <a:t>Correct behavior includes accepting a harmless row reorder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EB733-E5E6-4395-9B1B-87C7454C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Executed deterministic controls on a real snapshot. Modified cases are deliberate; they are not new datasets or agent benchmark trials.</a:t>
            </a:r>
          </a:p>
        </p:txBody>
      </p:sp>
    </p:spTree>
    <p:extLst>
      <p:ext uri="{BB962C8B-B14F-4D97-AF65-F5344CB8AC3E}">
        <p14:creationId xmlns:p14="http://schemas.microsoft.com/office/powerpoint/2010/main" val="790150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CFB68-8FE4-4003-9CCC-F198C8F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What the hackathon adds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60E05-FA7B-4D61-BDC6-485101B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DFC4C-DDE6-46A9-A228-921852F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Explicit table access and a checked data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1ABD2-039B-4ED0-9848-0982E4C4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Meterless H-MEM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2E96E-8DC6-4022-BCCF-259C189C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860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Dataset-specific run pointers and narrow repeat recall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EE4C9-1A6F-4924-87FA-2485C080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Evidence and design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08F78-3E85-4148-A21B-949F90F4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 references, hashes and explicit stop/ask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03AE8-FFD0-43EB-B153-B90C494D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Cursor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AD441-4E40-4F60-98C2-E038FD15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338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Recorded-viewer labeling and navigation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B1717-5091-430C-8702-4C6C04F5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Declared baseline: existing RNA-seq agent loop, executor, prompts and dataset</a:t>
            </a:r>
          </a:p>
        </p:txBody>
      </p:sp>
    </p:spTree>
    <p:extLst>
      <p:ext uri="{BB962C8B-B14F-4D97-AF65-F5344CB8AC3E}">
        <p14:creationId xmlns:p14="http://schemas.microsoft.com/office/powerpoint/2010/main" val="1830384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8A845-B675-4EF1-A33C-AAD544E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Evidence today and the next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FE910-4ECA-4390-AE82-1E2778D2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3 recorded model-driven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9D455-7449-4E2A-BF6B-A81290A8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34 registered output references linked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60EF3-EBCB-4FA1-89EC-5258CC3C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16 focused regression tests 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B6E52-0CA2-4171-9DCC-052F70C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4D4BE"/>
                </a:solidFill>
                <a:latin typeface="Arial"/>
                <a:ea typeface="Arial"/>
                <a:cs typeface="Arial"/>
              </a:rPr>
              <a:t>Next: independent task benchmark and stronger execution isolation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1CC7F-180E-4032-AB4D-7D1EDF3F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Selected runs are not a general success rate. Reference linkage does not validate statistical methods. Public trusted data only; Python execution is not a security sandbox.</a:t>
            </a:r>
          </a:p>
        </p:txBody>
      </p:sp>
    </p:spTree>
    <p:extLst>
      <p:ext uri="{BB962C8B-B14F-4D97-AF65-F5344CB8AC3E}">
        <p14:creationId xmlns:p14="http://schemas.microsoft.com/office/powerpoint/2010/main" val="420623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2026-10-22T17:54:10.0880000Z</dcterms:created>
  <dcterms:modified xsi:type="dcterms:W3CDTF">2026-10-22T17:54:10.0880000Z</dcterms:modified>
</coreProperties>
</file>