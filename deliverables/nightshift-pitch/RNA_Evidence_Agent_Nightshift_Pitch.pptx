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0f4232e142450e" /><Relationship Type="http://schemas.openxmlformats.org/officeDocument/2006/relationships/extended-properties" Target="/docProps/app.xml" Id="R1799de77c56d47ac" /><Relationship Type="http://schemas.openxmlformats.org/officeDocument/2006/relationships/officeDocument" Target="/ppt/presentation.xml" Id="Ra6bb7645b11d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ececaa70aa4fc7"/>
  </p:sldMasterIdLst>
  <p:notesMasterIdLst>
    <p:notesMasterId xmlns:r="http://schemas.openxmlformats.org/officeDocument/2006/relationships" r:id="R7b62895030eb4c0f"/>
  </p:notesMasterIdLst>
  <p:sldIdLst>
    <p:sldId xmlns:r="http://schemas.openxmlformats.org/officeDocument/2006/relationships" id="256" r:id="Rc10163a140464216"/>
    <p:sldId xmlns:r="http://schemas.openxmlformats.org/officeDocument/2006/relationships" id="257" r:id="Rc62144da21d4452f"/>
    <p:sldId xmlns:r="http://schemas.openxmlformats.org/officeDocument/2006/relationships" id="258" r:id="R6ef40af594ae4cad"/>
    <p:sldId xmlns:r="http://schemas.openxmlformats.org/officeDocument/2006/relationships" id="259" r:id="R02844b8afaf043ca"/>
    <p:sldId xmlns:r="http://schemas.openxmlformats.org/officeDocument/2006/relationships" id="260" r:id="Rb25cc16fd8114603"/>
    <p:sldId xmlns:r="http://schemas.openxmlformats.org/officeDocument/2006/relationships" id="261" r:id="R00b45906051c4078"/>
    <p:sldId xmlns:r="http://schemas.openxmlformats.org/officeDocument/2006/relationships" id="262" r:id="Rc286e81daf7941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baaf88ee3411c" /><Relationship Type="http://schemas.openxmlformats.org/officeDocument/2006/relationships/slideMaster" Target="/ppt/slideMasters/slideMaster1.xml" Id="R5eececaa70aa4fc7" /><Relationship Type="http://schemas.openxmlformats.org/officeDocument/2006/relationships/notesMaster" Target="/ppt/notesMasters/notesMaster1.xml" Id="R7b62895030eb4c0f" /><Relationship Type="http://schemas.openxmlformats.org/officeDocument/2006/relationships/presProps" Target="/ppt/presProps.xml" Id="R74993173ee70461e" /><Relationship Type="http://schemas.openxmlformats.org/officeDocument/2006/relationships/tableStyles" Target="/ppt/tableStyles.xml" Id="Rab737f387f924e7c" /><Relationship Type="http://schemas.openxmlformats.org/officeDocument/2006/relationships/slide" Target="/ppt/slides/slide1.xml" Id="Rc10163a140464216" /><Relationship Type="http://schemas.openxmlformats.org/officeDocument/2006/relationships/slide" Target="/ppt/slides/slide2.xml" Id="Rc62144da21d4452f" /><Relationship Type="http://schemas.openxmlformats.org/officeDocument/2006/relationships/slide" Target="/ppt/slides/slide3.xml" Id="R6ef40af594ae4cad" /><Relationship Type="http://schemas.openxmlformats.org/officeDocument/2006/relationships/slide" Target="/ppt/slides/slide4.xml" Id="R02844b8afaf043ca" /><Relationship Type="http://schemas.openxmlformats.org/officeDocument/2006/relationships/slide" Target="/ppt/slides/slide5.xml" Id="Rb25cc16fd8114603" /><Relationship Type="http://schemas.openxmlformats.org/officeDocument/2006/relationships/slide" Target="/ppt/slides/slide6.xml" Id="R00b45906051c4078" /><Relationship Type="http://schemas.openxmlformats.org/officeDocument/2006/relationships/slide" Target="/ppt/slides/slide7.xml" Id="Rc286e81daf79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7b0e89f86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8d18417aa42a9" /><Relationship Type="http://schemas.openxmlformats.org/officeDocument/2006/relationships/notesMaster" Target="/ppt/notesMasters/notesMaster1.xml" Id="Rf6d60c1338ed40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9c7515bd34362" /><Relationship Type="http://schemas.openxmlformats.org/officeDocument/2006/relationships/notesMaster" Target="/ppt/notesMasters/notesMaster1.xml" Id="R38356b397df8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12c72dee148d5" /><Relationship Type="http://schemas.openxmlformats.org/officeDocument/2006/relationships/notesMaster" Target="/ppt/notesMasters/notesMaster1.xml" Id="Ra079ec2b30d544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d107cacd54a86" /><Relationship Type="http://schemas.openxmlformats.org/officeDocument/2006/relationships/notesMaster" Target="/ppt/notesMasters/notesMaster1.xml" Id="R025af540baf8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72e93b0164e83" /><Relationship Type="http://schemas.openxmlformats.org/officeDocument/2006/relationships/notesMaster" Target="/ppt/notesMasters/notesMaster1.xml" Id="R0533090f919f49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5fd5bdbc564164" /><Relationship Type="http://schemas.openxmlformats.org/officeDocument/2006/relationships/notesMaster" Target="/ppt/notesMasters/notesMaster1.xml" Id="R5d630f339c96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095fdbadd84132" /><Relationship Type="http://schemas.openxmlformats.org/officeDocument/2006/relationships/notesMaster" Target="/ppt/notesMasters/notesMaster1.xml" Id="Re7c784cc114d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prototype. The benefit of avoiding silent design assumptions is the project goal; time savings or biological accuracy improvements have not been measured. Sources: design_review.py and recorded codex_live_03.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runs/zetaris_rna_snapshot_01 and output_examples/design_cases.json. Four cell lines: N052611, N061011, N080611, N61311. Public airway smooth-muscle RNA-seq; no new data or wet-lab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design_review.py and actual CLI report runs/design_cli_20261022/design_review.json. This new gate is deterministic and makes no model calls. An unpaired model omits cell_line; no comparative effect on statistical results has been estimated.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scripts/run_design_cases.py and output_examples/design_cases.json. Original unchanged; mismatched GSM identifier, reversed row order and altered cell_line label are explicit controls. All expected status assertions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Excerpt from output_examples/nightshift_design_01.json. Full response retains researcher confirmation. Nightshift receipt reports local-only Qwen 2.5 3B. Bounded explanation feature, not a successful autonomous code-execution loop. Provider self-scores are not independent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Nightshift runs the bounded explanation. Codex runs are historical examples; the full Nightshift code-execution loop is not working. H-MEM is the pinned reference implementation. No NVIDIA technology claimed. Baseline manifest disclosed.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fresh test-suite run for Nightshift additions. Earlier 16 tests and 34 linked references belong to prior revision. Failed agent-loop attempts retained. Current completed feature: compute checks, request local explanation, retain receipt and fingerprint. Broader task evaluation and execution isolation remain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a1ef297ae49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73100d77a4b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726131b4944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781ee0afa4f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fe2ab43c94e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4bc9d440d4e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D263D0-47E8-4C75-83C1-EDE9BA6B2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B65C83-9697-4FEF-A1E9-29D5BFB85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4B24E9-A8CC-464E-A97A-7F60EC578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54B404-BF22-44B4-8D26-1F93B992F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E00EA8-B5BF-420A-9CE8-911A11FB7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EA4885-E88F-4FFD-99FD-2317F91EB2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55D5B8-22FF-4990-877B-A610F1F2F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09A901-C843-4A14-A362-B55990FC69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930EE6-E038-402C-88EC-B3D95F51C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1C3F42-40E7-4B9B-8974-8B733EB67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bd6de20d14f28" /><Relationship Type="http://schemas.openxmlformats.org/officeDocument/2006/relationships/slideLayout" Target="/ppt/slideLayouts/slideLayout1.xml" Id="R1e5867708ded4d69" /><Relationship Type="http://schemas.openxmlformats.org/officeDocument/2006/relationships/slideLayout" Target="/ppt/slideLayouts/slideLayout2.xml" Id="R91cf931b7810421d" /><Relationship Type="http://schemas.openxmlformats.org/officeDocument/2006/relationships/slideLayout" Target="/ppt/slideLayouts/slideLayout3.xml" Id="R474121ab924c46a3" /><Relationship Type="http://schemas.openxmlformats.org/officeDocument/2006/relationships/slideLayout" Target="/ppt/slideLayouts/slideLayout4.xml" Id="R587c6071600741f4" /><Relationship Type="http://schemas.openxmlformats.org/officeDocument/2006/relationships/slideLayout" Target="/ppt/slideLayouts/slideLayout5.xml" Id="Rdcb69c1cd740433b" /><Relationship Type="http://schemas.openxmlformats.org/officeDocument/2006/relationships/slideLayout" Target="/ppt/slideLayouts/slideLayout6.xml" Id="R1c5d98b7735e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5867708ded4d69"/>
    <p:sldLayoutId xmlns:r="http://schemas.openxmlformats.org/officeDocument/2006/relationships" id="2147483650" r:id="R91cf931b7810421d"/>
    <p:sldLayoutId xmlns:r="http://schemas.openxmlformats.org/officeDocument/2006/relationships" id="2147483651" r:id="R474121ab924c46a3"/>
    <p:sldLayoutId xmlns:r="http://schemas.openxmlformats.org/officeDocument/2006/relationships" id="2147483652" r:id="R587c6071600741f4"/>
    <p:sldLayoutId xmlns:r="http://schemas.openxmlformats.org/officeDocument/2006/relationships" id="2147483653" r:id="Rdcb69c1cd740433b"/>
    <p:sldLayoutId xmlns:r="http://schemas.openxmlformats.org/officeDocument/2006/relationships" id="2147483654" r:id="R1c5d98b7735e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60a99b4284aec" /><Relationship Type="http://schemas.openxmlformats.org/officeDocument/2006/relationships/notesSlide" Target="/ppt/notesSlides/notesSlide1.xml" Id="Rcdaf4ea7c950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3105c872a4ca9" /><Relationship Type="http://schemas.openxmlformats.org/officeDocument/2006/relationships/notesSlide" Target="/ppt/notesSlides/notesSlide2.xml" Id="R96065f33c5a546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97984b9f54539" /><Relationship Type="http://schemas.openxmlformats.org/officeDocument/2006/relationships/notesSlide" Target="/ppt/notesSlides/notesSlide3.xml" Id="Raf84feed3bde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5649216324f86" /><Relationship Type="http://schemas.openxmlformats.org/officeDocument/2006/relationships/notesSlide" Target="/ppt/notesSlides/notesSlide4.xml" Id="Rff357c3b5f39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3f213cd254568" /><Relationship Type="http://schemas.openxmlformats.org/officeDocument/2006/relationships/notesSlide" Target="/ppt/notesSlides/notesSlide5.xml" Id="R58f46a2b4910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46902367b4739" /><Relationship Type="http://schemas.openxmlformats.org/officeDocument/2006/relationships/notesSlide" Target="/ppt/notesSlides/notesSlide6.xml" Id="R2a4b549025454a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78187a8c94cd6" /><Relationship Type="http://schemas.openxmlformats.org/officeDocument/2006/relationships/notesSlide" Target="/ppt/notesSlides/notesSlide7.xml" Id="Re00dc0e8e915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27CFA-5CDF-46C0-B6D2-C452E8A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Should these samples be paired?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225E4-9F73-4D9C-B9D8-DCC4BA2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RNA Evidence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E83CF-54AA-4302-AD5C-751258F3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A researcher asks a design question before differential expression.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B2BDA-05A1-4569-BD4B-62DF00F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Inspect the metadata. Show the evidence. Ask for the missing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0CF8-BD7C-4C00-87EF-C16550E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Brhanu Fentaw Znabu  |  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629841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D489-2173-43CF-A99F-B6E23AAD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Four apparent pairs in the public data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28C3E-36C1-4589-AC10-A024009D8A0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Cell 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Control samples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Treated samples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N052611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N061011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N080611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N61311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EF7A7-0928-463D-BB22-84D97E9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8 sample IDs match the count matrix exactly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7576-4066-474F-8BE1-3890D5B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GSE52778 export through Zetaris. Matching labels suggest a candidate design; biological pairing still requires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64478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908A5-B266-4E0F-B69E-6E18C486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The decision remains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3833B-0219-4667-9EDE-87F7EAA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1  Sample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E3828-005F-48F8-81E8-8B7BA822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573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FC62-99E1-4AA3-9185-5B651CF9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Join by exact identifiers, never by row 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D2C35-0D01-4B02-BE2B-90F353C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2  Pair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722F7-A7E8-4A7E-8161-C757952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D15C6-3210-4BFD-A750-BAFF24E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52725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One control and one treated sample per cell 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BFCF0-E774-4D55-92A8-A5B628E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3  Biological 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85D58-26AB-419B-8F0A-30ABF510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D2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28A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81921-9618-4909-9140-F72CACA4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Does cell_line represent the same experimental unit?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4B7D-6773-410D-971D-8467EC16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Candidate: ~ cell_line + group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9068B-2779-4CD1-980E-7A8EBE8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No differential expression is fitted. Confirmation leads to method review, not automatic scientific approval.</a:t>
            </a:r>
          </a:p>
        </p:txBody>
      </p:sp>
    </p:spTree>
    <p:extLst>
      <p:ext uri="{BB962C8B-B14F-4D97-AF65-F5344CB8AC3E}">
        <p14:creationId xmlns:p14="http://schemas.microsoft.com/office/powerpoint/2010/main" val="116428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A2AAC-F845-487C-B771-922BCA14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Controlled input changes, different decisions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912DD-FEE5-467A-8712-F12642374CD6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Input 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Observed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T w="9525">
                      <a:solidFill>
                        <a:srgbClr val="3B5368"/>
                      </a:solidFill>
                      <a:prstDash val="solid"/>
                    </a:lnT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23425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Original metadata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Ask for pairing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One sample ID replaced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Block: sample alignment failed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Metadata rows reversed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Ask for pairing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One pairing label changed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B5368"/>
                      </a:solidFill>
                      <a:prstDash val="solid"/>
                    </a:lnL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8EEF5"/>
                          </a:solidFill>
                          <a:latin typeface="Arial"/>
                          <a:ea typeface="Arial"/>
                          <a:cs typeface="Arial"/>
                        </a:rPr>
                        <a:t>Request design 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B5368"/>
                      </a:solidFill>
                      <a:prstDash val="solid"/>
                    </a:lnR>
                    <a:lnB w="9525">
                      <a:solidFill>
                        <a:srgbClr val="3B5368"/>
                      </a:solidFill>
                      <a:prstDash val="solid"/>
                    </a:lnB>
                    <a:solidFill>
                      <a:srgbClr val="182B3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4DEF-87A3-4778-BB56-4C77CDE8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D4BE"/>
                </a:solidFill>
                <a:latin typeface="Arial"/>
                <a:ea typeface="Arial"/>
                <a:cs typeface="Arial"/>
              </a:rPr>
              <a:t>Correct behavior includes accepting a harmless row reorder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5AB3C-538F-424D-BD67-5747BBA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Executed deterministic controls on a real snapshot. Modified cases are deliberate; they are not new datasets or agent benchmark trials.</a:t>
            </a:r>
          </a:p>
        </p:txBody>
      </p:sp>
    </p:spTree>
    <p:extLst>
      <p:ext uri="{BB962C8B-B14F-4D97-AF65-F5344CB8AC3E}">
        <p14:creationId xmlns:p14="http://schemas.microsoft.com/office/powerpoint/2010/main" val="452940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CADE2-CC26-4458-B30B-E98654D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Nightshift explains the computed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65F2A-6C1B-4B3E-8C00-F25B616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Local Qwen 2.5 3B through Meterless Nightshift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D8C17-B388-460D-AF9B-609C775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“Sample identifiers match, ensuring alignment between files, though this alone does not prove biological pairing.”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EB01-F698-4ADB-9B99-26A0179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Recorded response excerpt • receipt rcpt_req_ewheo8vw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E501C-9E68-474F-851B-607323BA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D28A"/>
                </a:solidFill>
                <a:latin typeface="Arial"/>
                <a:ea typeface="Arial"/>
                <a:cs typeface="Arial"/>
              </a:rPr>
              <a:t>The computed checks remain authoritative. Model prose cannot approve pairing or start differential expression.</a:t>
            </a:r>
          </a:p>
        </p:txBody>
      </p:sp>
    </p:spTree>
    <p:extLst>
      <p:ext uri="{BB962C8B-B14F-4D97-AF65-F5344CB8AC3E}">
        <p14:creationId xmlns:p14="http://schemas.microsoft.com/office/powerpoint/2010/main" val="402492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43B76-B005-4F27-B8F1-A654730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What the hackathon adds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B37F-4FF3-472F-9023-43DCF2C0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E281B-71CC-4379-96D4-A3799A9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57325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Table access and a checked public-data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71ED-2498-4CEA-89F9-CBF2766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Meterless H-MEM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FFAB5-4530-4735-84DD-4CA280A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Dataset-specific pointers to earlier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6F16B-188A-48D4-88E9-586A43F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Meterless Nightshift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0393-3E24-4B6B-B394-D4297259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Primary AI for the computed-design explanation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B21BC-86EE-403F-94EA-0C62FF2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Evidence and design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A6CC5-5AF8-483C-B8DB-B5903F2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 references and explicit stop/ask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D24B2-E863-4803-95C6-7FDA71A4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B3558-3004-49F9-8BB3-2F17EC93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Recorded-viewer labeling and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4F03B-4E8A-4A6D-9054-2D5337A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Declared baseline: existing RNA agent, executor, prompts and dataset</a:t>
            </a:r>
          </a:p>
        </p:txBody>
      </p:sp>
    </p:spTree>
    <p:extLst>
      <p:ext uri="{BB962C8B-B14F-4D97-AF65-F5344CB8AC3E}">
        <p14:creationId xmlns:p14="http://schemas.microsoft.com/office/powerpoint/2010/main" val="210799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EEF17-1A94-4BFB-BC9E-00C0B6C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Evidence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FFA79-9F98-4817-A7AF-EED1A16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D4B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D4BE"/>
                </a:solidFill>
                <a:latin typeface="Arial"/>
                <a:ea typeface="Arial"/>
                <a:cs typeface="Arial"/>
              </a:rPr>
              <a:t>1 recorded Nightshift explanation with provider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2A55-2A8C-49B2-8663-E3909F3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4 deterministic input cases • 3 historical Codex runs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861CE-EC30-4DCF-AC39-38D3A82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EEF5"/>
                </a:solidFill>
                <a:latin typeface="Arial"/>
                <a:ea typeface="Arial"/>
                <a:cs typeface="Arial"/>
              </a:rPr>
              <a:t>16 software tests passed before the Nightshift additions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8226B-2D97-43FC-84C1-0D6DCAB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D28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D28A"/>
                </a:solidFill>
                <a:latin typeface="Arial"/>
                <a:ea typeface="Arial"/>
                <a:cs typeface="Arial"/>
              </a:rPr>
              <a:t>Full Nightshift code-execution loop: unresolved provider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61CE4-0F8F-4C55-B073-22598001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A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AD7"/>
                </a:solidFill>
                <a:latin typeface="Arial"/>
                <a:ea typeface="Arial"/>
                <a:cs typeface="Arial"/>
              </a:rPr>
              <a:t>No general reliability, scientific accuracy or cost advantage measured. Public trusted data only; Python execution is not a security sandbox.</a:t>
            </a:r>
          </a:p>
        </p:txBody>
      </p:sp>
    </p:spTree>
    <p:extLst>
      <p:ext uri="{BB962C8B-B14F-4D97-AF65-F5344CB8AC3E}">
        <p14:creationId xmlns:p14="http://schemas.microsoft.com/office/powerpoint/2010/main" val="908009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2026-10-22T20:23:46.6630000Z</dcterms:created>
  <dcterms:modified xsi:type="dcterms:W3CDTF">2026-10-22T20:23:46.6630000Z</dcterms:modified>
</coreProperties>
</file>